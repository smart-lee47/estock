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88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</a:rPr>
              <a:t>.Project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Stockish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Management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8BDF8"/>
                </a:solidFill>
              </a:rPr>
              <a:t>Store Smarter. Track Better. Grow Faster.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Built with  HTML  ·  CSS  ·  JavaScript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is Stockish?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2801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Stockish is a professional warehouse management company that helps businesses store goods, track inventory, and manage stock — all in one place.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256032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 Warehouses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built for a specific type of goods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560320"/>
            <a:ext cx="256032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 Services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3611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warehousing to cold chain logistics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256032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No Backend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3611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stored using browser localStorage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Our 5 Warehouses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554480" cy="33832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188720"/>
            <a:ext cx="1554480" cy="1645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Warehouse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Storage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114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240 slots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93392" y="1188720"/>
            <a:ext cx="1554480" cy="33832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93392" y="1188720"/>
            <a:ext cx="1554480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2039112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Warehouse 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39112" y="1874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39112" y="4114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180 slots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12464" y="1188720"/>
            <a:ext cx="1554480" cy="33832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12464" y="1188720"/>
            <a:ext cx="1554480" cy="16459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5" name="Text 13"/>
          <p:cNvSpPr/>
          <p:nvPr/>
        </p:nvSpPr>
        <p:spPr>
          <a:xfrm>
            <a:off x="3758184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923C"/>
                </a:solidFill>
              </a:rPr>
              <a:t>Warehouse 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58184" y="1874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Storage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58184" y="4114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300 slots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31536" y="1188720"/>
            <a:ext cx="1554480" cy="33832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31536" y="1188720"/>
            <a:ext cx="1554480" cy="16459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0" name="Text 18"/>
          <p:cNvSpPr/>
          <p:nvPr/>
        </p:nvSpPr>
        <p:spPr>
          <a:xfrm>
            <a:off x="5477256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</a:rPr>
              <a:t>Warehouse 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77256" y="1874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77256" y="4114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120 slots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50608" y="1188720"/>
            <a:ext cx="1554480" cy="33832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50608" y="1188720"/>
            <a:ext cx="1554480" cy="1645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7196328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</a:rPr>
              <a:t>Warehouse 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96328" y="1874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Hub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96328" y="4114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360 slots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Our Services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56032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Warehousing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storage slots in any warehouse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56032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Stock Control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 tracking via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56032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❄️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Cold Chain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Temperature-controlled storage 2°C–8°C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256032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🚛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Logistics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Pickup, delivery &amp; distribution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3017520"/>
            <a:ext cx="256032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9184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Security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CCTV and biometric access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3017520"/>
            <a:ext cx="256032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2648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Bulk Storage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goods with forklift access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371600"/>
            <a:ext cx="914400" cy="914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Visit the Site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warehouses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services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page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92024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371600"/>
            <a:ext cx="914400" cy="914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97480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Register Company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28803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out the signup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with company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contact details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192024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57800" y="1371600"/>
            <a:ext cx="914400" cy="914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Choose Warehouse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of 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plan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03720" y="1188720"/>
            <a:ext cx="192024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06640" y="1371600"/>
            <a:ext cx="914400" cy="914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95160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Manage Inventory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8803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track,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products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dashboard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Admin → Login to admin-login.html → View all companies &amp; products in real time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Tech Stack &amp; 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749040" cy="35661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Technology Used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HTML5 — Page structure &amp; content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CSS3 — Glass morphism, Grid, Flexbox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JavaScript — Logic &amp; DOM manipulation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localStorage — Browser-based data storage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Regex — Email &amp; password 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 — Typography (installed locally)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097280"/>
            <a:ext cx="4389120" cy="35661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2344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Key Features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1783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Company registration with regex validation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240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Password must be minimum 16 characters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974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Protected admin panel with login/logout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1546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inventory add &amp; delete with localStorage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6118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 cards update in real 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069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Parallax background + glass morphism UI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526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7 pages fully linked and responsive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Validation &amp; Security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Email Validation (Regex)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/^[a-zA-Z0-9._%+-]+@[a-zA-Z0-9.-]+\.(com|net|org|rw|co\.rw)$/i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3852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Must contain  @  ·  a domain name  ·  end with .com / .net / .org / .rw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841248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Password Validation (Regex)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12724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/^.{16,}$/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4930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Password must be at least 16 characters long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1A1A2E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42976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Admin panel is protected — unauthorized users are redirected to the login page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</a:rPr>
              <a:t>Stockish — Warehouse Management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8BDF8"/>
                </a:solidFill>
              </a:rPr>
              <a:t>Built with HTML · CSS · JavaScript · localStorage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411480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Admin Login Details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904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  :  admin@stockish.com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178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:  Stockish@Admin2026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© 2026 Stockish  |  TVET End-of-Year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465</Words>
  <Application>Microsoft Office PowerPoint</Application>
  <PresentationFormat>On-screen Show (16:9)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Stockish — Warehouse Management System</dc:title>
  <dc:subject>PptxGenJS Presentation</dc:subject>
  <dc:creator>Stockish Dev Team</dc:creator>
  <cp:lastModifiedBy>Landry lee</cp:lastModifiedBy>
  <cp:revision>2</cp:revision>
  <dcterms:created xsi:type="dcterms:W3CDTF">2026-05-08T13:26:19Z</dcterms:created>
  <dcterms:modified xsi:type="dcterms:W3CDTF">2026-05-08T15:19:54Z</dcterms:modified>
</cp:coreProperties>
</file>